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63" r:id="rId3"/>
  </p:sldIdLst>
  <p:sldSz cx="12192000" cy="6858000"/>
  <p:notesSz cx="6858000" cy="9144000"/>
  <p:embeddedFontLst>
    <p:embeddedFont>
      <p:font typeface="Play" pitchFamily="2" charset="77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yK0j/LDn8W2rskuwSDq0xUj6b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/>
    <p:restoredTop sz="94694"/>
  </p:normalViewPr>
  <p:slideViewPr>
    <p:cSldViewPr snapToGrid="0">
      <p:cViewPr varScale="1">
        <p:scale>
          <a:sx n="121" d="100"/>
          <a:sy n="121" d="100"/>
        </p:scale>
        <p:origin x="1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B226489A-A0A3-0492-4D70-AF09BB7D4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E54E4A22-F0BA-1C9D-BA3C-5B5686C9E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44B53710-5AE0-D973-4D20-D496C5D31D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780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423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3" y="1481958"/>
            <a:ext cx="9144000" cy="165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l">
              <a:buSzPts val="3200"/>
            </a:pPr>
            <a:r>
              <a:rPr lang="pt-BR" sz="3000" b="1" dirty="0">
                <a:latin typeface="Arial"/>
                <a:ea typeface="Arial"/>
                <a:cs typeface="Arial"/>
                <a:sym typeface="Arial"/>
              </a:rPr>
              <a:t>Módulo X – </a:t>
            </a:r>
            <a:r>
              <a:rPr lang="pt-BR" sz="3000" b="1">
                <a:latin typeface="Arial"/>
                <a:ea typeface="Arial"/>
                <a:cs typeface="Arial"/>
                <a:sym typeface="Arial"/>
              </a:rPr>
              <a:t>[INSERIR NOME DO MÓDULO AQUI]</a:t>
            </a:r>
            <a:br>
              <a:rPr lang="pt-BR" sz="3000" b="1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3000" dirty="0">
                <a:latin typeface="Arial"/>
                <a:ea typeface="Arial"/>
                <a:cs typeface="Arial"/>
                <a:sym typeface="Arial"/>
              </a:rPr>
              <a:t>Aula [insira número da aula aqui]: [insira nome da aula aqui]</a:t>
            </a: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3" y="3720282"/>
            <a:ext cx="9144000" cy="165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Docente: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Tempo previsto: 8-10’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Objeto: Aula Teórica Interativa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3DD787D-7094-7623-E4D1-F55F3B3C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031122A9-3305-7D3D-BFC0-19C74D758F98}"/>
              </a:ext>
            </a:extLst>
          </p:cNvPr>
          <p:cNvSpPr txBox="1"/>
          <p:nvPr/>
        </p:nvSpPr>
        <p:spPr>
          <a:xfrm>
            <a:off x="6787200" y="688425"/>
            <a:ext cx="4672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Corpo do texto aqui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69547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</TotalTime>
  <Words>42</Words>
  <Application>Microsoft Macintosh PowerPoint</Application>
  <PresentationFormat>Widescreen</PresentationFormat>
  <Paragraphs>5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Play</vt:lpstr>
      <vt:lpstr>Tema do Office</vt:lpstr>
      <vt:lpstr>Módulo X – [INSERIR NOME DO MÓDULO AQUI] Aula [insira número da aula aqui]: [insira nome da aula aqui]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Bruna Olandoski Erbano</dc:creator>
  <cp:lastModifiedBy>Bruna Olandoski Erbano</cp:lastModifiedBy>
  <cp:revision>74</cp:revision>
  <dcterms:created xsi:type="dcterms:W3CDTF">2025-02-08T13:07:26Z</dcterms:created>
  <dcterms:modified xsi:type="dcterms:W3CDTF">2026-02-24T12:09:28Z</dcterms:modified>
</cp:coreProperties>
</file>